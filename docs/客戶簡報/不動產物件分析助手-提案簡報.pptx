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0574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不動產物件分析助手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19200" y="356616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打一個地址，3 分鐘出報告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0" y="4457700"/>
            <a:ext cx="1219200" cy="4572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房仲每天面對的三個痛點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每個物件手動分析要花 1-2 小時，手頭 10-20 個物件根本不夠用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實價登錄要手動查、591 要手動比、周邊環境要手動看，3-5 個平台來回切換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屋主開價高於行情 10-30%，沒有數據說服他降價，簽了爛單掛半年賣不出去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一個地址，完整分析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輸入地址 → 自動分析 → 產出報告 → 帶去談判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分鐘完成分析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個數據點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全自動執行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每個數字有來源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每份報告包含什麼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實價登錄分析：成交均價、中位數、每坪單價、趨勢、信心度（自動）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周邊設施：學校、醫院、公園、車站距離（自動）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價格預估：AI 建議售價區間、高估偏離%（自動）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議價策略：3 種情境話術、堅持高價風險評估（自動）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分析：優勢、劣勢、機會、威脅各 2-3 條重點（自動）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屋主溝通指南：開場白建議、數據引導話術（自動）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平台搜尋連結：591、好房網、永慶、信義一鍵查（自動）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風險檢查：抵押權、假扣押警示（手動補充）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實價登錄分析 — 每個數字有出處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臺南市東區裕農路 500m 內，2025-Q2 ~ Q4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成交均價：850 萬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中位數：830 萬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每坪單價：18.5 - 22.3 萬/坪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3 季趨勢：下跌 5.2%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信心度：高（23 筆成交）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點擊任何數字可展開看原始成交紀錄（地址、坪數、總價、日期）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議價策略 + SWOT — 帶著數據去談判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開價 1,000 萬，高於行情 12%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建議出價區間：830 - 900 萬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堅持 1,000 萬的風險：預估掛牌 8-12 個月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話術 1：「這是近半年 23 筆實際成交的均價，不是我的意見」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話術 2：「您的要求跟同區新案相近，但屋齡差了 10 年」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話術 3：「用這個數字快速成交，比掛 1 年多拿到 30 萬好」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SWOT：屋齡新（S）、無電梯（W）、重劃區升值（O）、新建案競爭（T）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一鍵跳轉，快速掌握市場行情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591 售屋：同區在售物件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好房網：開價比較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永慶房屋：區域行情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信義房屋：實價登錄查詢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地圖：周邊環境確認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你只要點一下，就能看到同區目前在售的物件和開價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看完截圖傳回來，系統會幫你做比較分析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不爬蟲、不違法，你自己看，系統幫你分析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實際操作畫面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 1 — 輸入地址：一個輸入框 + 選擇物件類型 + 開始分析按鈕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 2 — 分析報告：實價登錄卡片（均價 850 萬、趨勢 ↓5.2%）+ 議價策略（高於行情 12%、建議 830-900 萬）+ 風險檢查（無抵押、無假扣押）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 3 — 物件管理：所有物件一覽（已分析/未分析/已簽委託狀態標記）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數據從哪來？全部合法、免費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實價登錄成交：內政部公開資料，免費，每 10 天更新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周邊設施距離：Google Maps API，免費（用量內），即時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行政區/地段定位：國土測繪中心，免費，即時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同區目前開價：你自己查（系統給連結），免費，即時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抵押/假扣押：你自己查謄本，免費~$20，即時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只負責整理和分析，數字全部可追溯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注意：實價登錄資料有 1-3 個月申報延遲，系統會標示資料新舊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我們主動告訴你：系統不能做什麼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系統能做：自動查實價登錄、自動分析周邊設施、AI 產出議價策略與話術、一鍵跳轉 591 等平台、SWOT 自動生成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系統不能做：查凶宅紀錄（應對：自己查政府凶宅資料庫）、確認違建或增建（應對：現場勘查+建管系統）、即時抓取市場開價（應對：用連結自己到 591 看）、出具正式估價報告（定位：市場參考分析，非法定估價文件）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實價登錄資料有 1-3 個月申報延遲，系統會在每個數字旁標示資料更新日期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341376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費用、時程與合約條件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45280" y="1028700"/>
            <a:ext cx="36576" cy="4800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632960" y="1028700"/>
            <a:ext cx="69494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產品線 A — 物件分析助手（本次提案）：10 萬元，簽約 5 萬 + 驗收 5 萬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產品線 B — 行銷自動化（A 完成後）：文案/上架/影片，另議報價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月維運費：3,000 - 6,500 元（依使用量）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時程：第 1-2 週 POC 驗證 → 第 3-4 週核心開發 → 第 5-6 週功能完善 → 第 7-8 週測試上線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合約保障：30 天保固 bug 免費修、先看 Demo 再決定、範圍寫清楚不追加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介面修改 3 次以內免費、功能變更 2 次以內免費、超出另議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交付後 7 天內回覆驗收，逾期視為通過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0574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準備好開始了嗎？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19200" y="356616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 Demo，你看了再決定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0" y="4457700"/>
            <a:ext cx="1219200" cy="4572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Quick PPTX Skill</dc:creator>
  <cp:lastModifiedBy>Quick PPTX Skill</cp:lastModifiedBy>
  <cp:revision>1</cp:revision>
  <dcterms:created xsi:type="dcterms:W3CDTF">2026-03-19T16:59:38Z</dcterms:created>
  <dcterms:modified xsi:type="dcterms:W3CDTF">2026-03-19T16:59:38Z</dcterms:modified>
</cp:coreProperties>
</file>